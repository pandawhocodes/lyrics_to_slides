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Anton"/>
      <p:regular r:id="rId28"/>
    </p:embeddedFont>
    <p:embeddedFont>
      <p:font typeface="Bricolage Grotesque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nton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ricolageGrotesqu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BricolageGrotesque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65eaf744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65eaf744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65eaf744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65eaf744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5f232cdc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5f232cdc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f232cdc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5f232cdc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5f232cdc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5f232cdc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5f232cdcc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5f232cdcc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fc20402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afc20402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fc20402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afc20402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5f232cdc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5f232cdc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5f232cdc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85f232cdc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5f232cdc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5f232cdc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5f232cdcc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5f232cdcc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5f232cdc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5f232cdc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5f232cdcc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5f232cdcc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afc20402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afc20402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b1e2aaaae347d4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b1e2aaaae347d4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5f232cdcc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5f232cdcc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afc20402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afc20402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5f232cdcc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5f232cdcc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1e2aaaae347d4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1e2aaaae347d4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5f232cdcc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85f232cdcc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2800"/>
              <a:buNone/>
              <a:defRPr sz="2800">
                <a:solidFill>
                  <a:srgbClr val="DFF88F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8" name="Google Shape;58;p14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59" name="Google Shape;59;p14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60" name="Google Shape;60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3600"/>
              <a:buNone/>
              <a:defRPr sz="3600">
                <a:solidFill>
                  <a:srgbClr val="DFF88F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4" name="Google Shape;64;p15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65" name="Google Shape;65;p15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66" name="Google Shape;66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nton"/>
              <a:buNone/>
              <a:defRPr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Bricolage Grotesque"/>
              <a:buChar char="●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○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■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●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○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■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●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○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Bricolage Grotesque"/>
              <a:buChar char="■"/>
              <a:defRPr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1" name="Google Shape;71;p16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72" name="Google Shape;72;p16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73" name="Google Shape;73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9F9F9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478400" y="445025"/>
            <a:ext cx="6187200" cy="711300"/>
          </a:xfrm>
          <a:prstGeom prst="rect">
            <a:avLst/>
          </a:prstGeom>
          <a:solidFill>
            <a:srgbClr val="DFF88F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800"/>
              <a:buFont typeface="Anton"/>
              <a:buNone/>
              <a:defRPr sz="3800">
                <a:solidFill>
                  <a:srgbClr val="202124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1001400" y="1371625"/>
            <a:ext cx="71412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800"/>
              <a:buFont typeface="Bricolage Grotesque"/>
              <a:buChar char="●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○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■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●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○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■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●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○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Font typeface="Bricolage Grotesque"/>
              <a:buChar char="■"/>
              <a:defRPr>
                <a:solidFill>
                  <a:srgbClr val="424437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2">
            <a:alphaModFix amt="52000"/>
          </a:blip>
          <a:stretch>
            <a:fillRect/>
          </a:stretch>
        </p:blipFill>
        <p:spPr>
          <a:xfrm>
            <a:off x="643125" y="445050"/>
            <a:ext cx="711250" cy="7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8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85" name="Google Shape;85;p18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86" name="Google Shape;86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0" name="Google Shape;90;p19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91" name="Google Shape;91;p19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92" name="Google Shape;92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7" name="Google Shape;97;p20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98" name="Google Shape;98;p20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99" name="Google Shape;99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800"/>
              <a:buNone/>
              <a:defRPr sz="4800">
                <a:solidFill>
                  <a:srgbClr val="DFF88F"/>
                </a:solidFill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3" name="Google Shape;103;p21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104" name="Google Shape;104;p21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105" name="Google Shape;105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FE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4200"/>
              <a:buNone/>
              <a:defRPr sz="4200">
                <a:solidFill>
                  <a:srgbClr val="DFF88F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0" name="Google Shape;110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800"/>
              <a:buChar char="●"/>
              <a:defRPr>
                <a:solidFill>
                  <a:srgbClr val="424437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○"/>
              <a:defRPr>
                <a:solidFill>
                  <a:srgbClr val="424437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■"/>
              <a:defRPr>
                <a:solidFill>
                  <a:srgbClr val="424437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●"/>
              <a:defRPr>
                <a:solidFill>
                  <a:srgbClr val="424437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○"/>
              <a:defRPr>
                <a:solidFill>
                  <a:srgbClr val="424437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■"/>
              <a:defRPr>
                <a:solidFill>
                  <a:srgbClr val="424437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●"/>
              <a:defRPr>
                <a:solidFill>
                  <a:srgbClr val="424437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○"/>
              <a:defRPr>
                <a:solidFill>
                  <a:srgbClr val="424437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424437"/>
              </a:buClr>
              <a:buSzPts val="1400"/>
              <a:buChar char="■"/>
              <a:defRPr>
                <a:solidFill>
                  <a:srgbClr val="424437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2" name="Google Shape;112;p22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113" name="Google Shape;113;p22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114" name="Google Shape;114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800"/>
              <a:buNone/>
              <a:defRPr>
                <a:solidFill>
                  <a:srgbClr val="DFF88F"/>
                </a:solidFill>
              </a:defRPr>
            </a:lvl1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2000"/>
              <a:buNone/>
              <a:defRPr sz="12000">
                <a:solidFill>
                  <a:srgbClr val="DFF88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800"/>
              <a:buChar char="●"/>
              <a:defRPr>
                <a:solidFill>
                  <a:srgbClr val="DFF88F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○"/>
              <a:defRPr>
                <a:solidFill>
                  <a:srgbClr val="DFF88F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■"/>
              <a:defRPr>
                <a:solidFill>
                  <a:srgbClr val="DFF88F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●"/>
              <a:defRPr>
                <a:solidFill>
                  <a:srgbClr val="DFF88F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○"/>
              <a:defRPr>
                <a:solidFill>
                  <a:srgbClr val="DFF88F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■"/>
              <a:defRPr>
                <a:solidFill>
                  <a:srgbClr val="DFF88F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●"/>
              <a:defRPr>
                <a:solidFill>
                  <a:srgbClr val="DFF88F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○"/>
              <a:defRPr>
                <a:solidFill>
                  <a:srgbClr val="DFF88F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rgbClr val="DFF88F"/>
              </a:buClr>
              <a:buSzPts val="1400"/>
              <a:buChar char="■"/>
              <a:defRPr>
                <a:solidFill>
                  <a:srgbClr val="DFF88F"/>
                </a:solidFill>
              </a:defRPr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2" name="Google Shape;122;p24"/>
          <p:cNvGrpSpPr/>
          <p:nvPr/>
        </p:nvGrpSpPr>
        <p:grpSpPr>
          <a:xfrm>
            <a:off x="122314" y="4759500"/>
            <a:ext cx="1483382" cy="307800"/>
            <a:chOff x="159443" y="4768500"/>
            <a:chExt cx="1483382" cy="307800"/>
          </a:xfrm>
        </p:grpSpPr>
        <p:sp>
          <p:nvSpPr>
            <p:cNvPr id="123" name="Google Shape;123;p24"/>
            <p:cNvSpPr txBox="1"/>
            <p:nvPr/>
          </p:nvSpPr>
          <p:spPr>
            <a:xfrm>
              <a:off x="225625" y="4768500"/>
              <a:ext cx="1417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9F9F9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NLF Chennai City Church</a:t>
              </a:r>
              <a:endParaRPr sz="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endParaRPr>
            </a:p>
          </p:txBody>
        </p:sp>
        <p:pic>
          <p:nvPicPr>
            <p:cNvPr id="124" name="Google Shape;124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59443" y="4797106"/>
              <a:ext cx="92325" cy="25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nton"/>
              <a:buNone/>
              <a:defRPr sz="2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800"/>
              <a:buFont typeface="Bricolage Grotesque"/>
              <a:buChar char="●"/>
              <a:defRPr sz="1800"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○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■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●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○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■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●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○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400"/>
              <a:buFont typeface="Bricolage Grotesque"/>
              <a:buChar char="■"/>
              <a:defRPr>
                <a:solidFill>
                  <a:srgbClr val="F9F9F9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ctrTitle"/>
          </p:nvPr>
        </p:nvSpPr>
        <p:spPr>
          <a:xfrm>
            <a:off x="311708" y="737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Sunday Service</a:t>
            </a:r>
            <a:endParaRPr/>
          </a:p>
        </p:txBody>
      </p:sp>
      <p:sp>
        <p:nvSpPr>
          <p:cNvPr id="132" name="Google Shape;132;p26"/>
          <p:cNvSpPr txBox="1"/>
          <p:nvPr>
            <p:ph idx="1" type="subTitle"/>
          </p:nvPr>
        </p:nvSpPr>
        <p:spPr>
          <a:xfrm>
            <a:off x="311700" y="3021590"/>
            <a:ext cx="8520600" cy="12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19 Oct’</a:t>
            </a:r>
            <a:r>
              <a:rPr lang="en">
                <a:solidFill>
                  <a:schemeClr val="accent6"/>
                </a:solidFill>
              </a:rPr>
              <a:t>25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33" name="Google Shape;133;p26"/>
          <p:cNvPicPr preferRelativeResize="0"/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 rot="4211240">
            <a:off x="7170910" y="2368838"/>
            <a:ext cx="3029553" cy="302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6"/>
          <p:cNvPicPr preferRelativeResize="0"/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 flipH="1" rot="-4211240">
            <a:off x="-906315" y="-1116362"/>
            <a:ext cx="3029553" cy="302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200">
                <a:solidFill>
                  <a:schemeClr val="dk2"/>
                </a:solidFill>
              </a:rPr>
              <a:t>We are glad you are here!</a:t>
            </a:r>
            <a:endParaRPr sz="6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so blessed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I'm so blessed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Hallelujah, I'm blessed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I'm so blessed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Hallelujah, I'm blessed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I'm so blessed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Hallelujah, I'm blessed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I'm so blessed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Hallelujah, I'm blessed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'Cause on my best day, I'm a child of God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 my worst day, I'm a child of God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Oh, every day is a good 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And You're the reason why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I'm so blessed, I'm so blessed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Got this heartbeat in my chest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No, it doesn't matter about the rest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I got You Lord, I'm so blessed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when I count the problems that I see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Hope looks all, but gone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when I count the ways You're good to 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got me counting all day long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I'm so blessed, I'm so blessed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Got this heartbeat in my chest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No, it doesn't matter about the rest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I got You Lord, I'm so blessed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Yeshu tera naam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Jis Naam me hai mukti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Jis Naam me hai shakti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Jis Naam Me hai shanti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Deta voh Naam changai (2)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Yeshu tera Naam sabse ooncha hai (4)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Bimari se, garibi 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Shrapon se he chudatha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Vo Naam he jo andhon ko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Raushni bhi he deta</a:t>
            </a:r>
            <a:endParaRPr/>
          </a:p>
        </p:txBody>
      </p:sp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29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829"/>
              <a:t>Jis Naam se shaitan dare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829"/>
              <a:t>Uss Naam ki Jai Jai Kare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829"/>
              <a:t>Jis Naam se ye Zamana Chale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829"/>
              <a:t>Uss Naam Ko Salam Kare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829"/>
          </a:p>
        </p:txBody>
      </p:sp>
      <p:sp>
        <p:nvSpPr>
          <p:cNvPr id="193" name="Google Shape;19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Purify my heart</a:t>
            </a:r>
            <a:endParaRPr/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Purify my heart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 me be as gold and precious silver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Purify my heart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 me be as gold, pure gold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Refiner's fire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 heart's one desire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to be holy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apart for You, Lord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choose to be holy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apart for You, my Master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Ready to do Your will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311700" y="1152475"/>
            <a:ext cx="8520600" cy="35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Purify my heart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Cleanse me from within and make me holy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Purify my heart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Cleanse me from my sin, deep within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0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Refiner's fire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My heart's one desire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to be holy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apart for You, Lord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choose to be holy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apart for You, my Master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Ready to do Your will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me in</a:t>
            </a:r>
            <a:endParaRPr/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me in to the Holy of Holies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me in by the blood of the Lamb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me in to the Holy of Holies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coal, cleanse my lips, here I 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Take the coal, cleanse my lips, here I am (2)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11700" y="1152475"/>
            <a:ext cx="8520600" cy="3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enter the Holy of Holies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enter through the blood of the Lamb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enter to worship You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enter to honor I amI enter the Holy of Holies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enter through the blood of the Lamb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enter to worship You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 enter to honor I am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311700" y="1152475"/>
            <a:ext cx="8520600" cy="34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Lord I worship You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worship You (4)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Your name is Holy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Holy Lord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Your name is Holy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Holy Lord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NEED YOU MORE </a:t>
            </a:r>
            <a:endParaRPr/>
          </a:p>
        </p:txBody>
      </p:sp>
      <p:sp>
        <p:nvSpPr>
          <p:cNvPr id="241" name="Google Shape;241;p44"/>
          <p:cNvSpPr txBox="1"/>
          <p:nvPr>
            <p:ph idx="1" type="body"/>
          </p:nvPr>
        </p:nvSpPr>
        <p:spPr>
          <a:xfrm>
            <a:off x="311700" y="1152475"/>
            <a:ext cx="8520600" cy="34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</a:t>
            </a:r>
            <a:r>
              <a:rPr lang="en"/>
              <a:t>need You more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than yesterday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need You more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than words can say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need You more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Than ever before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need You, Lord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 need You, Lord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5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than the air I breathe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than the song I 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than the next heartbeat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than anything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Lord, as time goes by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I'll be by Your side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'Cause I never want to go back to my old life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6"/>
          <p:cNvSpPr txBox="1"/>
          <p:nvPr>
            <p:ph idx="1" type="body"/>
          </p:nvPr>
        </p:nvSpPr>
        <p:spPr>
          <a:xfrm>
            <a:off x="311700" y="1152475"/>
            <a:ext cx="85206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give You the highest praise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give You the highest praise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give You the highest praise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give You the highest praise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give You the highest praise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give You the highest praise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LF CCC - 2024 Template">
  <a:themeElements>
    <a:clrScheme name="Simple Light">
      <a:dk1>
        <a:srgbClr val="000000"/>
      </a:dk1>
      <a:lt1>
        <a:srgbClr val="EFEFE8"/>
      </a:lt1>
      <a:dk2>
        <a:srgbClr val="FFFFFF"/>
      </a:dk2>
      <a:lt2>
        <a:srgbClr val="898D79"/>
      </a:lt2>
      <a:accent1>
        <a:srgbClr val="DFF88F"/>
      </a:accent1>
      <a:accent2>
        <a:srgbClr val="424437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DFF8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